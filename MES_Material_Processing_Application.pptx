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Manufacturing MES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Processing Application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Walkthrough: Flow Routing, Pass-Through, Track-In Data Collection, Checklist, &amp; Move-Next Data Collection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Process Flow &amp; Step Sequencing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5943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Flow View: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Displays the active product routing directly on the shop floor.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Current Step Position: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where the lot currently resides (Drum Storage) and subsequent steps (Drum oven -&gt; Blend Storage).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Visual Path Verification: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operators understand next destination before processing.
</a:t>
            </a:r>
            <a:endParaRPr lang="en-US" sz="1400" dirty="0"/>
          </a:p>
        </p:txBody>
      </p:sp>
      <p:pic>
        <p:nvPicPr>
          <p:cNvPr id="4" name="Image 0" descr="C:\Users\balamurugan\source\Workspaces\lumentum\CriticalManufacturing\presentation_images\media_179183766274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1280160"/>
            <a:ext cx="43891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Pass-Through Step (Storage Step)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5943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Pass-Through Detection: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Step.IsPassThrough === true from CMF metadata.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Skips Resource Selection: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steps do not require machines, so the resource dropdown is hidden.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Move-Next State: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stepper automatically activates Move-Next.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One-Click Submit: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Clicking Submit moves the material directly into the active production step.
</a:t>
            </a:r>
            <a:endParaRPr lang="en-US" sz="1400" dirty="0"/>
          </a:p>
        </p:txBody>
      </p:sp>
      <p:pic>
        <p:nvPicPr>
          <p:cNvPr id="4" name="Image 0" descr="C:\Users\balamurugan\source\Workspaces\lumentum\CriticalManufacturing\presentation_images\media_179183766515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1280160"/>
            <a:ext cx="43891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Production Step: Resource Selection &amp; Dispatch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5943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Step Requirements: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processing steps (Drum oven) require equipment assignment.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Available Equipment List: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Populates idle, compatible machines (e.g., DOVN03) using GetDispatchListForMaterial.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Submit Gating: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button remains disabled until an equipment unit is selected.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Dispatch Execution: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Submitting dispatches the material to the chosen resource.
</a:t>
            </a:r>
            <a:endParaRPr lang="en-US" sz="1400" dirty="0"/>
          </a:p>
        </p:txBody>
      </p:sp>
      <p:pic>
        <p:nvPicPr>
          <p:cNvPr id="4" name="Image 0" descr="C:\Users\balamurugan\source\Workspaces\lumentum\CriticalManufacturing\presentation_images\media_179183768773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1280160"/>
            <a:ext cx="43891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Dispatched State &amp; Track-In Stepper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5943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Material State: Dispatched: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is successfully assigned to resource DOVN03.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Collection Milestone: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Stepper shows a yellow Data Collection indicator before Track-In.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Operator Prompt: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the operator that mandatory pre-process parameters must be recorded.
</a:t>
            </a:r>
            <a:endParaRPr lang="en-US" sz="1400" dirty="0"/>
          </a:p>
        </p:txBody>
      </p:sp>
      <p:pic>
        <p:nvPicPr>
          <p:cNvPr id="4" name="Image 0" descr="C:\Users\balamurugan\source\Workspaces\lumentum\CriticalManufacturing\presentation_images\media_179183770576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1280160"/>
            <a:ext cx="43891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Track-In Data Collection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5943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Purpose: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critical pre-process parameters before machine heating begins.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Mandatory Fields: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enters required parameters (* Drum Batch, * Oven Side).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Integrated Action: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Clicking Track In submits both parameter values and track-in execution simultaneously via ComplexTrackInMaterials.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Result: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enters InProcess state inside the oven.
</a:t>
            </a:r>
            <a:endParaRPr lang="en-US" sz="1400" dirty="0"/>
          </a:p>
        </p:txBody>
      </p:sp>
      <p:pic>
        <p:nvPicPr>
          <p:cNvPr id="4" name="Image 0" descr="C:\Users\balamurugan\source\Workspaces\lumentum\CriticalManufacturing\presentation_images\media_179183771351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1280160"/>
            <a:ext cx="43891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In-Process State &amp; Checklist Milestone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5943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Material State: InProcess: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is currently undergoing processing in resource DOVN03.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Checklist Milestone: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Stepper shows a yellow Checklist indicator before Track-Out.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Gated Track-Out: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Operating Procedure (SOP) items must be completed before the lot can exit the oven.
</a:t>
            </a:r>
            <a:endParaRPr lang="en-US" sz="1400" dirty="0"/>
          </a:p>
        </p:txBody>
      </p:sp>
      <p:pic>
        <p:nvPicPr>
          <p:cNvPr id="4" name="Image 0" descr="C:\Users\balamurugan\source\Workspaces\lumentum\CriticalManufacturing\presentation_images\media_179183776703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1280160"/>
            <a:ext cx="43891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In-Process Quality Checklist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5943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Purpose: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Enforces mandatory operator sign-offs (CLInstructions, PASS/FAIL).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Sequential Execution Order: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are sorted and submitted strictly by Order (1, 2, 3) to comply with CMF sequence rules.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Two-Step Operation: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Operation 0 (Start) followed by Operation 3 (Close) for uncompleted items.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Track-Out Advancement: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Completing the checklist proceeds straight to Track-Out.
</a:t>
            </a:r>
            <a:endParaRPr lang="en-US" sz="1400" dirty="0"/>
          </a:p>
        </p:txBody>
      </p:sp>
      <p:pic>
        <p:nvPicPr>
          <p:cNvPr id="4" name="Image 0" descr="C:\Users\balamurugan\source\Workspaces\lumentum\CriticalManufacturing\presentation_images\media_179183777677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1280160"/>
            <a:ext cx="43891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Track-Out Completion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5943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Material State: Processed: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cycle finishes and material is tracked out.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Resource Released: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Oven DOVN03 is released back into the equipment pool.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Move-Next Preparation: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Stepper activates Move-Next, and alerts if post-process Data Collection is required.
</a:t>
            </a:r>
            <a:endParaRPr lang="en-US" sz="1400" dirty="0"/>
          </a:p>
        </p:txBody>
      </p:sp>
      <p:pic>
        <p:nvPicPr>
          <p:cNvPr id="4" name="Image 0" descr="C:\Users\balamurugan\source\Workspaces\lumentum\CriticalManufacturing\presentation_images\media_179183780991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1280160"/>
            <a:ext cx="43891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Move-Next Data Collection &amp; Completion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5943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Purpose: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final operational metrics (e.g., * PP Time In Oven) for genealogy and batch records.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Move Next Execution: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Clicking Move Next submits data collection points and issues ComplexMoveMaterialsToNextStep.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Step Progression: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advances to Blend Storage.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Screen Auto-Reset: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Clears the screen and readies the barcode scanner for the next lot.
</a:t>
            </a:r>
            <a:endParaRPr lang="en-US" sz="1400" dirty="0"/>
          </a:p>
        </p:txBody>
      </p:sp>
      <p:pic>
        <p:nvPicPr>
          <p:cNvPr id="4" name="Image 0" descr="C:\Users\balamurugan\source\Workspaces\lumentum\CriticalManufacturing\presentation_images\media_179183781931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1280160"/>
            <a:ext cx="43891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Business &amp; Operational Value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Faster Execution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complex standard MES menu navigation with a single-screen guided workflow. Automated pass-through saves dozens of clicks per batch.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9120" y="16459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CMF Compliance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0" y="228600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Enforces mandatory resource dispatch, recipe data collections, and sequential checklists at the exact required milestones without bypasses.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0" y="16459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Operator-First UX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0" y="228600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Touch-screen optimized with big touch targets, real-time status banners, barcode scanner auto-focus, and integrated numeric keypad.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Material Processing Application Walkthrough</dc:title>
  <dc:subject>PptxGenJS Presentation</dc:subject>
  <dc:creator>PptxGenJS</dc:creator>
  <cp:lastModifiedBy>PptxGenJS</cp:lastModifiedBy>
  <cp:revision>1</cp:revision>
  <dcterms:created xsi:type="dcterms:W3CDTF">2026-10-12T21:10:54Z</dcterms:created>
  <dcterms:modified xsi:type="dcterms:W3CDTF">2026-10-12T21:10:54Z</dcterms:modified>
</cp:coreProperties>
</file>